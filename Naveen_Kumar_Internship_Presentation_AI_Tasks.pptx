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3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7498079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132640"/>
                </a:solidFill>
                <a:latin typeface="Aptos"/>
              </a:rPr>
              <a:t>INTERNSHIP
PROJECT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40280"/>
            <a:ext cx="75895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232D3A"/>
                </a:solidFill>
                <a:latin typeface="Aptos"/>
              </a:rPr>
              <a:t>AI-Based Language Translation, Music Generation
and Object Detection &amp;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429000"/>
            <a:ext cx="7589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C68A3"/>
                </a:solidFill>
                <a:latin typeface="Aptos"/>
              </a:rPr>
              <a:t>CodeAlpha Virtual Internship Program  •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62179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NAVEEN KUMAR
Student ID: CA/DF1/206810
B.Tech CSE  •  Batch 2026-27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914400"/>
            <a:ext cx="1554480" cy="1657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4983480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20 JUL 2026  —  20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5394960"/>
            <a:ext cx="2468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D2DCEA"/>
                </a:solidFill>
                <a:latin typeface="Aptos"/>
              </a:rPr>
              <a:t>Certificate issued: 21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Three practical AI tasks spanning NLP, generative AI and computer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356616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01  Language Translation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3154679" cy="29077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User enters text → selects source/target languages → translation API returns the result. Optional copy and text-to-speech improve usability.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0020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600200"/>
            <a:ext cx="64008" cy="356616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02  AI Music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30552"/>
            <a:ext cx="3154679" cy="29077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MIDI files are parsed with music21 → note sequences feed an RNN/LSTM → generated sequences are reconstructed into MIDI.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0020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600200"/>
            <a:ext cx="64008" cy="3566160"/>
          </a:xfrm>
          <a:prstGeom prst="rect">
            <a:avLst/>
          </a:prstGeom>
          <a:solidFill>
            <a:srgbClr val="7E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73736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03  Object Detection +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130552"/>
            <a:ext cx="3154679" cy="29077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OpenCV captures frames → YOLO/Faster R-CNN detects objects → SORT/Deep SORT maintains IDs in real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Convert three AI task briefs into demonstrable software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429768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4983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4983480" cy="3639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The project must transform different input types into useful AI outputs while handling preprocessing, API/model execution, validation and user-facing presentation. The three tasks require different techniques but can share a modular application architecture.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492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64008" cy="429768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37360"/>
            <a:ext cx="5029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Core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130552"/>
            <a:ext cx="5029200" cy="3639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• Build a simple translation interface
• Generate new symbolic music from learned sequences
• Detect multiple objects in video frames
• Track object identities over time
• Provide clear outputs and basic error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1 — Language Translation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NLP + API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nsl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675120" cy="32673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508760"/>
            <a:ext cx="4023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508760"/>
            <a:ext cx="64008" cy="420624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645919"/>
            <a:ext cx="3703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Implementation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2039112"/>
            <a:ext cx="3703320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1. Enter and validate text
2. Choose source and target languages
3. Build authenticated API request
4. Parse translated response
5. Display result clearly
6. Optional: Copy / Text-to-Speech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1 — Usability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The application should fail clearly, not silently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420624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91639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Input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3154679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Reject empty text; validate language selection; handle long requests and unsupported parameters.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55448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554480"/>
            <a:ext cx="64008" cy="420624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691639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API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2084831"/>
            <a:ext cx="3154679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Keep credentials outside source code; handle network errors, authentication errors and rate limits.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55448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7575" y="1554480"/>
            <a:ext cx="64008" cy="4206240"/>
          </a:xfrm>
          <a:prstGeom prst="rect">
            <a:avLst/>
          </a:prstGeom>
          <a:solidFill>
            <a:srgbClr val="7E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691639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User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084831"/>
            <a:ext cx="3154679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Readable translated output, copy-to-clipboard, optional speech playback and clear status messages.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2 — Music Generation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Symbolic music as a sequence-learning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sic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132320" cy="34911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508760"/>
            <a:ext cx="36576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1508760"/>
            <a:ext cx="64008" cy="420624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8" y="1645919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Key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2039112"/>
            <a:ext cx="3337560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Dataset → music21 parsing → token/number encoding → input windows → RNN/LSTM training → sequence sampling → MIDI reconstruction → playback.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2 — RNN / LSTM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Learning local transitions and longer musical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434340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91639"/>
            <a:ext cx="3108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3108960" cy="3685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Extract notes/chords, standardize events, create a vocabulary and build fixed-length sequences with next-event targets.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554480"/>
            <a:ext cx="64008" cy="434340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39"/>
            <a:ext cx="3108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Model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84831"/>
            <a:ext cx="3108960" cy="3685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Use recurrent layers such as LSTM to model sequential dependencies. Train on prepared sequences and watch for overfitting or unstable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55448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554480"/>
            <a:ext cx="64008" cy="4343400"/>
          </a:xfrm>
          <a:prstGeom prst="rect">
            <a:avLst/>
          </a:prstGeom>
          <a:solidFill>
            <a:srgbClr val="7E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691639"/>
            <a:ext cx="3108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084831"/>
            <a:ext cx="3108960" cy="3685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Seed the model, sample predicted events repeatedly, rebuild the sequence as a music21 stream, write MIDI and listen to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3 — Object Detection &amp;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Real-time computer vision with persistent object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k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040880" cy="34463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508760"/>
            <a:ext cx="3749039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508760"/>
            <a:ext cx="64008" cy="4206240"/>
          </a:xfrm>
          <a:prstGeom prst="rect">
            <a:avLst/>
          </a:prstGeom>
          <a:solidFill>
            <a:srgbClr val="7E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9288" y="1645919"/>
            <a:ext cx="342899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Detection +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9288" y="2039112"/>
            <a:ext cx="3428999" cy="35478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Webcam/video → OpenCV frames → YOLO/Faster R-CNN → boxes/classes/confidence → SORT/Deep SORT → labels + tracking IDs → display.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Task 3 — What the Tracker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Detection tells us what is visible; tracking helps preserve identity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434340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45919"/>
            <a:ext cx="4892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Detection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4892040" cy="3685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• Class label
• Confidence score
• Bounding box
• Per-frame localization
• Confidence thresholding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64008" cy="434340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645919"/>
            <a:ext cx="4983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Tracking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39112"/>
            <a:ext cx="4983480" cy="3685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• Temporal association
• Persistent track IDs
• Object movement continuity
• Better interpretation across frames
• Sensitivity to occlusion / missed detections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Integrated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A common application pattern keeps the three tasks modular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al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406640" cy="36253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5544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1554480"/>
            <a:ext cx="64008" cy="411480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691639"/>
            <a:ext cx="3063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Shared Engineering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2084831"/>
            <a:ext cx="3063240" cy="34564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Input validation
↓
Preprocessing
↓
AI inference / API
↓
Output formatting
↓
User-facing result
Each task can be tested independently.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Technology Stack &amp; 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Tool choices map directly to the three task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8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426464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Application logic, AI/ML orchestration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39112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Google Translate / Microsoft Translator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048255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Translation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60904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79192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music21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70048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MIDI parsing and symbolic music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82696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00984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PyTorch / TensorFlow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291839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RNN / LSTM 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04488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22776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OpenCV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913632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Video capture and annotation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26280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44568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YOLO / Faster R-CNN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535424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Object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48072"/>
            <a:ext cx="2834640" cy="475488"/>
          </a:xfrm>
          <a:prstGeom prst="roundRect">
            <a:avLst/>
          </a:prstGeom>
          <a:solidFill>
            <a:srgbClr val="E7EFF7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66359"/>
            <a:ext cx="246888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32640"/>
                </a:solidFill>
                <a:latin typeface="Aptos"/>
              </a:rPr>
              <a:t>SORT / Deep SORT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157216"/>
            <a:ext cx="76809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Object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10881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Expected outcome: three demonstrable AI modules with observable inputs, AI processing stages and user-visible outputs. Numerical benchmark values should be added only when supported by experiment logs.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32640"/>
                </a:solidFill>
                <a:latin typeface="Aptos"/>
              </a:rPr>
              <a:t>Internship Completion Certificate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Documentary evidence supplied with the internship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4572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rtificat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417320"/>
            <a:ext cx="6812280" cy="48139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515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32640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10515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232D3A"/>
                </a:solidFill>
                <a:latin typeface="Aptos"/>
              </a:rPr>
              <a:t>The project demonstrates three complementary AI workflows: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64008" cy="2926080"/>
          </a:xfrm>
          <a:prstGeom prst="rect">
            <a:avLst/>
          </a:prstGeom>
          <a:solidFill>
            <a:srgbClr val="2C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5740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50592"/>
            <a:ext cx="3154679" cy="2267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API-driven language translation with practical UI and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9202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920240"/>
            <a:ext cx="64008" cy="2926080"/>
          </a:xfrm>
          <a:prstGeom prst="rect">
            <a:avLst/>
          </a:prstGeom>
          <a:solidFill>
            <a:srgbClr val="1F7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50592"/>
            <a:ext cx="3154679" cy="2267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Sequence learning for symbolic music and MIDI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9202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55864" y="1920240"/>
            <a:ext cx="64008" cy="2926080"/>
          </a:xfrm>
          <a:prstGeom prst="rect">
            <a:avLst/>
          </a:prstGeom>
          <a:solidFill>
            <a:srgbClr val="7E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2057400"/>
            <a:ext cx="315467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32640"/>
                </a:solidFill>
                <a:latin typeface="Aptos"/>
              </a:rPr>
              <a:t>Computer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450592"/>
            <a:ext cx="3154679" cy="2267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Real-time detection plus temporal tracking of object identities.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132640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NAVEEN KUMAR  •  B.Tech CSE  •  Batch 2026-27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8229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CodeAlpha AI Internship  •  NAVEEN KUMAR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97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