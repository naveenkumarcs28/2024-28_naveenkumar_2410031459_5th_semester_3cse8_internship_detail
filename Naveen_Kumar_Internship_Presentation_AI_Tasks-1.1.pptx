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006840" y="0"/>
            <a:ext cx="3182112" cy="6858000"/>
          </a:xfrm>
          <a:prstGeom prst="rect">
            <a:avLst/>
          </a:prstGeom>
          <a:solidFill>
            <a:srgbClr val="13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005840"/>
            <a:ext cx="7498079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400" b="1">
                <a:solidFill>
                  <a:srgbClr val="132640"/>
                </a:solidFill>
                <a:latin typeface="Aptos"/>
              </a:rPr>
              <a:t>INTERNSHIP
PROJECT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389257"/>
            <a:ext cx="2686954" cy="70788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sz="2000" b="1" dirty="0">
                <a:solidFill>
                  <a:srgbClr val="232D3A"/>
                </a:solidFill>
                <a:latin typeface="Aptos"/>
              </a:rPr>
              <a:t>Virtual Internship in</a:t>
            </a:r>
          </a:p>
          <a:p>
            <a:r>
              <a:rPr lang="en-US" sz="2000" b="1" dirty="0">
                <a:solidFill>
                  <a:srgbClr val="232D3A"/>
                </a:solidFill>
                <a:latin typeface="Aptos"/>
              </a:rPr>
              <a:t>Artificial Intelligence</a:t>
            </a:r>
            <a:endParaRPr sz="2000" b="1" dirty="0">
              <a:solidFill>
                <a:srgbClr val="232D3A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3429000"/>
            <a:ext cx="7589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C68A3"/>
                </a:solidFill>
                <a:latin typeface="Aptos"/>
              </a:rPr>
              <a:t>CodeAlpha Virtual Internship Program  • 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155609"/>
            <a:ext cx="3480440" cy="101566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00" b="0" dirty="0">
                <a:solidFill>
                  <a:srgbClr val="232D3A"/>
                </a:solidFill>
                <a:latin typeface="Aptos"/>
              </a:rPr>
              <a:t>NAVEEN KUMAR
</a:t>
            </a:r>
            <a:r>
              <a:rPr lang="en-IN" sz="1500" dirty="0">
                <a:solidFill>
                  <a:srgbClr val="232D3A"/>
                </a:solidFill>
                <a:latin typeface="Aptos"/>
              </a:rPr>
              <a:t>Student Internship ID</a:t>
            </a:r>
            <a:r>
              <a:rPr sz="1500" b="0" dirty="0" smtClean="0">
                <a:solidFill>
                  <a:srgbClr val="232D3A"/>
                </a:solidFill>
                <a:latin typeface="Aptos"/>
              </a:rPr>
              <a:t>: CA/DF1/206810</a:t>
            </a:r>
            <a:endParaRPr lang="en-IN" sz="1500" b="0" dirty="0" smtClean="0">
              <a:solidFill>
                <a:srgbClr val="232D3A"/>
              </a:solidFill>
              <a:latin typeface="Aptos"/>
            </a:endParaRPr>
          </a:p>
          <a:p>
            <a:r>
              <a:rPr lang="en-IN" sz="1500" dirty="0">
                <a:solidFill>
                  <a:srgbClr val="232D3A"/>
                </a:solidFill>
                <a:latin typeface="Aptos"/>
              </a:rPr>
              <a:t>Collage Roll </a:t>
            </a:r>
            <a:r>
              <a:rPr lang="en-IN" sz="1500" dirty="0" smtClean="0">
                <a:solidFill>
                  <a:srgbClr val="232D3A"/>
                </a:solidFill>
                <a:latin typeface="Aptos"/>
              </a:rPr>
              <a:t>No</a:t>
            </a:r>
            <a:r>
              <a:rPr lang="en-IN" sz="1500" dirty="0">
                <a:solidFill>
                  <a:srgbClr val="232D3A"/>
                </a:solidFill>
                <a:latin typeface="Aptos"/>
              </a:rPr>
              <a:t>. 2410031459</a:t>
            </a:r>
            <a:r>
              <a:rPr sz="1500" b="0" dirty="0">
                <a:solidFill>
                  <a:srgbClr val="232D3A"/>
                </a:solidFill>
                <a:latin typeface="Aptos"/>
              </a:rPr>
              <a:t>
</a:t>
            </a:r>
            <a:r>
              <a:rPr sz="1500" b="0" dirty="0" err="1">
                <a:solidFill>
                  <a:srgbClr val="232D3A"/>
                </a:solidFill>
                <a:latin typeface="Aptos"/>
              </a:rPr>
              <a:t>B.Tech</a:t>
            </a:r>
            <a:r>
              <a:rPr sz="1500" b="0" dirty="0">
                <a:solidFill>
                  <a:srgbClr val="232D3A"/>
                </a:solidFill>
                <a:latin typeface="Aptos"/>
              </a:rPr>
              <a:t> CSE  •  Batch </a:t>
            </a:r>
            <a:r>
              <a:rPr sz="1500" b="0" dirty="0" smtClean="0">
                <a:solidFill>
                  <a:srgbClr val="232D3A"/>
                </a:solidFill>
                <a:latin typeface="Aptos"/>
              </a:rPr>
              <a:t>202</a:t>
            </a:r>
            <a:r>
              <a:rPr lang="en-IN" sz="1500" b="0" dirty="0" smtClean="0">
                <a:solidFill>
                  <a:srgbClr val="232D3A"/>
                </a:solidFill>
                <a:latin typeface="Aptos"/>
              </a:rPr>
              <a:t>4</a:t>
            </a:r>
            <a:r>
              <a:rPr sz="1500" b="0" dirty="0" smtClean="0">
                <a:solidFill>
                  <a:srgbClr val="232D3A"/>
                </a:solidFill>
                <a:latin typeface="Aptos"/>
              </a:rPr>
              <a:t>-2</a:t>
            </a:r>
            <a:r>
              <a:rPr lang="en-IN" sz="1500" b="0" dirty="0" smtClean="0">
                <a:solidFill>
                  <a:srgbClr val="232D3A"/>
                </a:solidFill>
                <a:latin typeface="Aptos"/>
              </a:rPr>
              <a:t>8</a:t>
            </a:r>
            <a:endParaRPr sz="1500" b="0" dirty="0">
              <a:solidFill>
                <a:srgbClr val="232D3A"/>
              </a:solidFill>
              <a:latin typeface="Aptos"/>
            </a:endParaRPr>
          </a:p>
        </p:txBody>
      </p:sp>
      <p:pic>
        <p:nvPicPr>
          <p:cNvPr id="7" name="Picture 6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0" y="914400"/>
            <a:ext cx="1554480" cy="16570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281160" y="4983480"/>
            <a:ext cx="24688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20 JUL 2026  —  20 AUG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5394960"/>
            <a:ext cx="24688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D2DCEA"/>
                </a:solidFill>
                <a:latin typeface="Aptos"/>
              </a:rPr>
              <a:t>Certificate issued: 21 AUG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32640"/>
                </a:solidFill>
                <a:latin typeface="Aptos"/>
              </a:rPr>
              <a:t>Internship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9728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Aptos"/>
              </a:rPr>
              <a:t>Three practical AI tasks spanning NLP, generative AI and computer 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914400" cy="45720"/>
          </a:xfrm>
          <a:prstGeom prst="rect">
            <a:avLst/>
          </a:prstGeom>
          <a:solidFill>
            <a:srgbClr val="2C6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64008" cy="3566160"/>
          </a:xfrm>
          <a:prstGeom prst="rect">
            <a:avLst/>
          </a:prstGeom>
          <a:solidFill>
            <a:srgbClr val="2C6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737360"/>
            <a:ext cx="3154679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32640"/>
                </a:solidFill>
                <a:latin typeface="Aptos"/>
              </a:rPr>
              <a:t>01  Language Translation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3154679" cy="290779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User enters text → selects source/target languages → translation API returns the result. Optional copy and text-to-speech improve usability.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60020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600200"/>
            <a:ext cx="64008" cy="3566160"/>
          </a:xfrm>
          <a:prstGeom prst="rect">
            <a:avLst/>
          </a:prstGeom>
          <a:solidFill>
            <a:srgbClr val="1F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737360"/>
            <a:ext cx="3154679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32640"/>
                </a:solidFill>
                <a:latin typeface="Aptos"/>
              </a:rPr>
              <a:t>02  AI Music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30552"/>
            <a:ext cx="3154679" cy="290779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MIDI files are parsed with music21 → note sequences feed an RNN/LSTM → generated sequences are reconstructed into MIDI.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60020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01583" y="1600200"/>
            <a:ext cx="64008" cy="3566160"/>
          </a:xfrm>
          <a:prstGeom prst="rect">
            <a:avLst/>
          </a:prstGeom>
          <a:solidFill>
            <a:srgbClr val="7E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1737360"/>
            <a:ext cx="3154679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32640"/>
                </a:solidFill>
                <a:latin typeface="Aptos"/>
              </a:rPr>
              <a:t>03  Object Detection +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130552"/>
            <a:ext cx="3154679" cy="290779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OpenCV captures frames → YOLO/Faster R-CNN detects objects → SORT/Deep SORT maintains IDs in real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82296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Aptos"/>
              </a:rPr>
              <a:t>CodeAlpha AI Internship  •  NAVEEN KUMAR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5C697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32640"/>
                </a:solidFill>
                <a:latin typeface="Aptos"/>
              </a:rPr>
              <a:t>Problem Statement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9728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Aptos"/>
              </a:rPr>
              <a:t>Convert three AI task briefs into demonstrable software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914400" cy="45720"/>
          </a:xfrm>
          <a:prstGeom prst="rect">
            <a:avLst/>
          </a:prstGeom>
          <a:solidFill>
            <a:srgbClr val="2C6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53035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64008" cy="4297680"/>
          </a:xfrm>
          <a:prstGeom prst="rect">
            <a:avLst/>
          </a:prstGeom>
          <a:solidFill>
            <a:srgbClr val="2C6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737360"/>
            <a:ext cx="4983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32640"/>
                </a:solidFill>
                <a:latin typeface="Aptos"/>
              </a:rP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4983480" cy="3639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The project must transform different input types into useful AI outputs while handling preprocessing, API/model execution, validation and user-facing presentation. The three tasks require different techniques but can share a modular application architecture.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00200"/>
            <a:ext cx="53492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600200"/>
            <a:ext cx="64008" cy="4297680"/>
          </a:xfrm>
          <a:prstGeom prst="rect">
            <a:avLst/>
          </a:prstGeom>
          <a:solidFill>
            <a:srgbClr val="1F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73368" y="1737360"/>
            <a:ext cx="5029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32640"/>
                </a:solidFill>
                <a:latin typeface="Aptos"/>
              </a:rPr>
              <a:t>Core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2130552"/>
            <a:ext cx="5029200" cy="3639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• Build a simple translation interface
• Generate new symbolic music from learned sequences
• Detect multiple objects in video frames
• Track object identities over time
• Provide clear outputs and basic error handling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82296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Aptos"/>
              </a:rPr>
              <a:t>CodeAlpha AI Internship  •  NAVEEN KUMAR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5C697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32640"/>
                </a:solidFill>
                <a:latin typeface="Aptos"/>
              </a:rPr>
              <a:t>Task 1 — Language Translation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9728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Aptos"/>
              </a:rPr>
              <a:t>NLP + API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914400" cy="45720"/>
          </a:xfrm>
          <a:prstGeom prst="rect">
            <a:avLst/>
          </a:prstGeom>
          <a:solidFill>
            <a:srgbClr val="2C6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ranslatio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6675120" cy="326733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508760"/>
            <a:ext cx="4023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543800" y="1508760"/>
            <a:ext cx="64008" cy="4206240"/>
          </a:xfrm>
          <a:prstGeom prst="rect">
            <a:avLst/>
          </a:prstGeom>
          <a:solidFill>
            <a:srgbClr val="2C6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44968" y="1645919"/>
            <a:ext cx="3703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32640"/>
                </a:solidFill>
                <a:latin typeface="Aptos"/>
              </a:rPr>
              <a:t>Implementation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4968" y="2039112"/>
            <a:ext cx="3703320" cy="35478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1. Enter and validate text
2. Choose source and target languages
3. Build authenticated API request
4. Parse translated response
5. Display result clearly
6. Optional: Copy / Text-to-Speech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82296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Aptos"/>
              </a:rPr>
              <a:t>CodeAlpha AI Internship  •  NAVEEN KUMAR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5C697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32640"/>
                </a:solidFill>
                <a:latin typeface="Aptos"/>
              </a:rPr>
              <a:t>Task 1 — Usability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9728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Aptos"/>
              </a:rPr>
              <a:t>The application should fail clearly, not silently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914400" cy="45720"/>
          </a:xfrm>
          <a:prstGeom prst="rect">
            <a:avLst/>
          </a:prstGeom>
          <a:solidFill>
            <a:srgbClr val="2C6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34747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64008" cy="4206240"/>
          </a:xfrm>
          <a:prstGeom prst="rect">
            <a:avLst/>
          </a:prstGeom>
          <a:solidFill>
            <a:srgbClr val="2C6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691639"/>
            <a:ext cx="3154679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32640"/>
                </a:solidFill>
                <a:latin typeface="Aptos"/>
              </a:rPr>
              <a:t>Input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3154679" cy="35478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Reject empty text; validate language selection; handle long requests and unsupported parameters.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554480"/>
            <a:ext cx="34747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61688" y="1554480"/>
            <a:ext cx="64008" cy="4206240"/>
          </a:xfrm>
          <a:prstGeom prst="rect">
            <a:avLst/>
          </a:prstGeom>
          <a:solidFill>
            <a:srgbClr val="1F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62855" y="1691639"/>
            <a:ext cx="3154679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32640"/>
                </a:solidFill>
                <a:latin typeface="Aptos"/>
              </a:rPr>
              <a:t>API Reliability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5" y="2084831"/>
            <a:ext cx="3154679" cy="35478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Keep credentials outside source code; handle network errors, authentication errors and rate limits.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7575" y="1554480"/>
            <a:ext cx="34747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37575" y="1554480"/>
            <a:ext cx="64008" cy="4206240"/>
          </a:xfrm>
          <a:prstGeom prst="rect">
            <a:avLst/>
          </a:prstGeom>
          <a:solidFill>
            <a:srgbClr val="7E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38744" y="1691639"/>
            <a:ext cx="3154679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32640"/>
                </a:solidFill>
                <a:latin typeface="Aptos"/>
              </a:rPr>
              <a:t>User Experience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2084831"/>
            <a:ext cx="3154679" cy="35478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Readable translated output, copy-to-clipboard, optional speech playback and clear status messages.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82296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Aptos"/>
              </a:rPr>
              <a:t>CodeAlpha AI Internship  •  NAVEEN KUMAR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5C697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32640"/>
                </a:solidFill>
                <a:latin typeface="Aptos"/>
              </a:rPr>
              <a:t>Task 2 — Music Generation with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9728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Aptos"/>
              </a:rPr>
              <a:t>Symbolic music as a sequence-learning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914400" cy="45720"/>
          </a:xfrm>
          <a:prstGeom prst="rect">
            <a:avLst/>
          </a:prstGeom>
          <a:solidFill>
            <a:srgbClr val="2C6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usic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7132320" cy="349112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909560" y="1508760"/>
            <a:ext cx="36576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909560" y="1508760"/>
            <a:ext cx="64008" cy="4206240"/>
          </a:xfrm>
          <a:prstGeom prst="rect">
            <a:avLst/>
          </a:prstGeom>
          <a:solidFill>
            <a:srgbClr val="1F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10728" y="1645919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32640"/>
                </a:solidFill>
                <a:latin typeface="Aptos"/>
              </a:rPr>
              <a:t>Key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728" y="2039112"/>
            <a:ext cx="3337560" cy="35478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Dataset → music21 parsing → token/number encoding → input windows → RNN/LSTM training → sequence sampling → MIDI reconstruction → playback.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82296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Aptos"/>
              </a:rPr>
              <a:t>CodeAlpha AI Internship  •  NAVEEN KUMAR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5C697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32640"/>
                </a:solidFill>
                <a:latin typeface="Aptos"/>
              </a:rPr>
              <a:t>Task 2 — RNN / LSTM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9728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Aptos"/>
              </a:rPr>
              <a:t>Learning local transitions and longer musical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914400" cy="45720"/>
          </a:xfrm>
          <a:prstGeom prst="rect">
            <a:avLst/>
          </a:prstGeom>
          <a:solidFill>
            <a:srgbClr val="2C6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64008" cy="4343400"/>
          </a:xfrm>
          <a:prstGeom prst="rect">
            <a:avLst/>
          </a:prstGeom>
          <a:solidFill>
            <a:srgbClr val="2C6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691639"/>
            <a:ext cx="3108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32640"/>
                </a:solidFill>
                <a:latin typeface="Aptos"/>
              </a:rPr>
              <a:t>Data Preparation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3108960" cy="3685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Extract notes/chords, standardize events, create a vocabulary and build fixed-length sequences with next-event targets.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55448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554480"/>
            <a:ext cx="64008" cy="4343400"/>
          </a:xfrm>
          <a:prstGeom prst="rect">
            <a:avLst/>
          </a:prstGeom>
          <a:solidFill>
            <a:srgbClr val="1F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691639"/>
            <a:ext cx="3108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32640"/>
                </a:solidFill>
                <a:latin typeface="Aptos"/>
              </a:rPr>
              <a:t>Model 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84831"/>
            <a:ext cx="3108960" cy="3685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Use recurrent layers such as LSTM to model sequential dependencies. Train on prepared sequences and watch for overfitting or unstable training.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55448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55864" y="1554480"/>
            <a:ext cx="64008" cy="4343400"/>
          </a:xfrm>
          <a:prstGeom prst="rect">
            <a:avLst/>
          </a:prstGeom>
          <a:solidFill>
            <a:srgbClr val="7E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57032" y="1691639"/>
            <a:ext cx="3108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32640"/>
                </a:solidFill>
                <a:latin typeface="Aptos"/>
              </a:rPr>
              <a:t>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2" y="2084831"/>
            <a:ext cx="3108960" cy="3685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Seed the model, sample predicted events repeatedly, rebuild the sequence as a music21 stream, write MIDI and listen to the result.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82296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Aptos"/>
              </a:rPr>
              <a:t>CodeAlpha AI Internship  •  NAVEEN KUMAR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5C6978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32640"/>
                </a:solidFill>
                <a:latin typeface="Aptos"/>
              </a:rPr>
              <a:t>Task 3 — Object Detection &amp;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9728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Aptos"/>
              </a:rPr>
              <a:t>Real-time computer vision with persistent object identity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914400" cy="45720"/>
          </a:xfrm>
          <a:prstGeom prst="rect">
            <a:avLst/>
          </a:prstGeom>
          <a:solidFill>
            <a:srgbClr val="2C6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rackin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7040880" cy="344636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508760"/>
            <a:ext cx="3749039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818120" y="1508760"/>
            <a:ext cx="64008" cy="4206240"/>
          </a:xfrm>
          <a:prstGeom prst="rect">
            <a:avLst/>
          </a:prstGeom>
          <a:solidFill>
            <a:srgbClr val="7E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19288" y="1645919"/>
            <a:ext cx="3428999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32640"/>
                </a:solidFill>
                <a:latin typeface="Aptos"/>
              </a:rPr>
              <a:t>Detection +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19288" y="2039112"/>
            <a:ext cx="3428999" cy="35478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Webcam/video → OpenCV frames → YOLO/Faster R-CNN → boxes/classes/confidence → SORT/Deep SORT → labels + tracking IDs → display.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82296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Aptos"/>
              </a:rPr>
              <a:t>CodeAlpha AI Internship  •  NAVEEN KUMAR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5C6978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32640"/>
                </a:solidFill>
                <a:latin typeface="Aptos"/>
              </a:rPr>
              <a:t>Task 3 — What the Tracker Adds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9728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Aptos"/>
              </a:rPr>
              <a:t>Detection tells us what is visible; tracking helps preserve identity over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914400" cy="45720"/>
          </a:xfrm>
          <a:prstGeom prst="rect">
            <a:avLst/>
          </a:prstGeom>
          <a:solidFill>
            <a:srgbClr val="2C6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21208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64008" cy="4343400"/>
          </a:xfrm>
          <a:prstGeom prst="rect">
            <a:avLst/>
          </a:prstGeom>
          <a:solidFill>
            <a:srgbClr val="2C6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645919"/>
            <a:ext cx="4892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32640"/>
                </a:solidFill>
                <a:latin typeface="Aptos"/>
              </a:rPr>
              <a:t>Detection 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4892040" cy="3685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• Class label
• Confidence score
• Bounding box
• Per-frame localization
• Confidence thresholding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08760"/>
            <a:ext cx="53035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508760"/>
            <a:ext cx="64008" cy="4343400"/>
          </a:xfrm>
          <a:prstGeom prst="rect">
            <a:avLst/>
          </a:prstGeom>
          <a:solidFill>
            <a:srgbClr val="1F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73368" y="1645919"/>
            <a:ext cx="4983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32640"/>
                </a:solidFill>
                <a:latin typeface="Aptos"/>
              </a:rPr>
              <a:t>Tracking Stage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2039112"/>
            <a:ext cx="4983480" cy="3685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• Temporal association
• Persistent track IDs
• Object movement continuity
• Better interpretation across frames
• Sensitivity to occlusion / missed detections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82296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Aptos"/>
              </a:rPr>
              <a:t>CodeAlpha AI Internship  •  NAVEEN KUMAR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5C6978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32640"/>
                </a:solidFill>
                <a:latin typeface="Aptos"/>
              </a:rPr>
              <a:t>Integrated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9728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Aptos"/>
              </a:rPr>
              <a:t>A common application pattern keeps the three tasks modular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914400" cy="45720"/>
          </a:xfrm>
          <a:prstGeom prst="rect">
            <a:avLst/>
          </a:prstGeom>
          <a:solidFill>
            <a:srgbClr val="2C6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overal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7406640" cy="362539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79" y="1554480"/>
            <a:ext cx="33832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183879" y="1554480"/>
            <a:ext cx="64008" cy="4114800"/>
          </a:xfrm>
          <a:prstGeom prst="rect">
            <a:avLst/>
          </a:prstGeom>
          <a:solidFill>
            <a:srgbClr val="2C6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85048" y="1691639"/>
            <a:ext cx="30632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32640"/>
                </a:solidFill>
                <a:latin typeface="Aptos"/>
              </a:rPr>
              <a:t>Shared Engineering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5048" y="2084831"/>
            <a:ext cx="3063240" cy="34564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Input validation
↓
Preprocessing
↓
AI inference / API
↓
Output formatting
↓
User-facing result
Each task can be tested independently.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82296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Aptos"/>
              </a:rPr>
              <a:t>CodeAlpha AI Internship  •  NAVEEN KUMAR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5C697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32640"/>
                </a:solidFill>
                <a:latin typeface="Aptos"/>
              </a:rPr>
              <a:t>Technology Stack &amp; Expected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9728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Aptos"/>
              </a:rPr>
              <a:t>Tool choices map directly to the three task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914400" cy="45720"/>
          </a:xfrm>
          <a:prstGeom prst="rect">
            <a:avLst/>
          </a:prstGeom>
          <a:solidFill>
            <a:srgbClr val="2C6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834640" cy="475488"/>
          </a:xfrm>
          <a:prstGeom prst="roundRect">
            <a:avLst/>
          </a:prstGeom>
          <a:solidFill>
            <a:srgbClr val="E7EFF7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35608"/>
            <a:ext cx="2468880" cy="4297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32640"/>
                </a:solidFill>
                <a:latin typeface="Aptos"/>
              </a:rPr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3320" y="1426464"/>
            <a:ext cx="76809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Application logic, AI/ML orchestration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39112"/>
            <a:ext cx="2834640" cy="475488"/>
          </a:xfrm>
          <a:prstGeom prst="roundRect">
            <a:avLst/>
          </a:prstGeom>
          <a:solidFill>
            <a:srgbClr val="E7EFF7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2468880" cy="4297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32640"/>
                </a:solidFill>
                <a:latin typeface="Aptos"/>
              </a:rPr>
              <a:t>Google Translate / Microsoft Translator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048255"/>
            <a:ext cx="76809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Translation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60904"/>
            <a:ext cx="2834640" cy="475488"/>
          </a:xfrm>
          <a:prstGeom prst="roundRect">
            <a:avLst/>
          </a:prstGeom>
          <a:solidFill>
            <a:srgbClr val="E7EFF7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679192"/>
            <a:ext cx="2468880" cy="4297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32640"/>
                </a:solidFill>
                <a:latin typeface="Aptos"/>
              </a:rPr>
              <a:t>music21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670048"/>
            <a:ext cx="76809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MIDI parsing and symbolic music processing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82696"/>
            <a:ext cx="2834640" cy="475488"/>
          </a:xfrm>
          <a:prstGeom prst="roundRect">
            <a:avLst/>
          </a:prstGeom>
          <a:solidFill>
            <a:srgbClr val="E7EFF7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300984"/>
            <a:ext cx="2468880" cy="4297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32640"/>
                </a:solidFill>
                <a:latin typeface="Aptos"/>
              </a:rPr>
              <a:t>PyTorch / TensorFlow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291839"/>
            <a:ext cx="76809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RNN / LSTM implementation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904488"/>
            <a:ext cx="2834640" cy="475488"/>
          </a:xfrm>
          <a:prstGeom prst="roundRect">
            <a:avLst/>
          </a:prstGeom>
          <a:solidFill>
            <a:srgbClr val="E7EFF7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922776"/>
            <a:ext cx="2468880" cy="4297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32640"/>
                </a:solidFill>
                <a:latin typeface="Aptos"/>
              </a:rPr>
              <a:t>OpenCV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3913632"/>
            <a:ext cx="76809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Video capture and annotation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526280"/>
            <a:ext cx="2834640" cy="475488"/>
          </a:xfrm>
          <a:prstGeom prst="roundRect">
            <a:avLst/>
          </a:prstGeom>
          <a:solidFill>
            <a:srgbClr val="E7EFF7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544568"/>
            <a:ext cx="2468880" cy="4297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32640"/>
                </a:solidFill>
                <a:latin typeface="Aptos"/>
              </a:rPr>
              <a:t>YOLO / Faster R-CNN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535424"/>
            <a:ext cx="76809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Object detection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148072"/>
            <a:ext cx="2834640" cy="475488"/>
          </a:xfrm>
          <a:prstGeom prst="roundRect">
            <a:avLst/>
          </a:prstGeom>
          <a:solidFill>
            <a:srgbClr val="E7EFF7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5166359"/>
            <a:ext cx="2468880" cy="4297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32640"/>
                </a:solidFill>
                <a:latin typeface="Aptos"/>
              </a:rPr>
              <a:t>SORT / Deep SORT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5157216"/>
            <a:ext cx="76809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Object tracking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806440"/>
            <a:ext cx="10881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5C6978"/>
                </a:solidFill>
                <a:latin typeface="Aptos"/>
              </a:rPr>
              <a:t>Expected outcome: three demonstrable AI modules with observable inputs, AI processing stages and user-visible outputs. Numerical benchmark values should be added only when supported by experiment logs.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82296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Aptos"/>
              </a:rPr>
              <a:t>CodeAlpha AI Internship  •  NAVEEN KUMAR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5C6978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32640"/>
                </a:solidFill>
                <a:latin typeface="Aptos"/>
              </a:rPr>
              <a:t>Internship Completion Certificate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9728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Aptos"/>
              </a:rPr>
              <a:t>Documentary evidence supplied with the internship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914400" cy="45720"/>
          </a:xfrm>
          <a:prstGeom prst="rect">
            <a:avLst/>
          </a:prstGeom>
          <a:solidFill>
            <a:srgbClr val="2C6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ertificat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417320"/>
            <a:ext cx="6812280" cy="48139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73952"/>
            <a:ext cx="82296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Aptos"/>
              </a:rPr>
              <a:t>CodeAlpha AI Internship  •  NAVEEN KUMAR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5C6978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94360"/>
            <a:ext cx="10515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132640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325880"/>
            <a:ext cx="10515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>
                <a:solidFill>
                  <a:srgbClr val="232D3A"/>
                </a:solidFill>
                <a:latin typeface="Aptos"/>
              </a:rPr>
              <a:t>The project demonstrates three complementary AI workflows: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20240"/>
            <a:ext cx="34747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920240"/>
            <a:ext cx="64008" cy="2926080"/>
          </a:xfrm>
          <a:prstGeom prst="rect">
            <a:avLst/>
          </a:prstGeom>
          <a:solidFill>
            <a:srgbClr val="2C6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2057400"/>
            <a:ext cx="3154679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32640"/>
                </a:solidFill>
                <a:latin typeface="Aptos"/>
              </a:rPr>
              <a:t>NLP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450592"/>
            <a:ext cx="3154679" cy="2267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API-driven language translation with practical UI and validation.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920240"/>
            <a:ext cx="34747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70832" y="1920240"/>
            <a:ext cx="64008" cy="2926080"/>
          </a:xfrm>
          <a:prstGeom prst="rect">
            <a:avLst/>
          </a:prstGeom>
          <a:solidFill>
            <a:srgbClr val="1F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2057400"/>
            <a:ext cx="3154679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32640"/>
                </a:solidFill>
                <a:latin typeface="Aptos"/>
              </a:rPr>
              <a:t>Generative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50592"/>
            <a:ext cx="3154679" cy="2267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Sequence learning for symbolic music and MIDI generation.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5864" y="1920240"/>
            <a:ext cx="34747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55864" y="1920240"/>
            <a:ext cx="64008" cy="2926080"/>
          </a:xfrm>
          <a:prstGeom prst="rect">
            <a:avLst/>
          </a:prstGeom>
          <a:solidFill>
            <a:srgbClr val="7E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57032" y="2057400"/>
            <a:ext cx="3154679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32640"/>
                </a:solidFill>
                <a:latin typeface="Aptos"/>
              </a:rPr>
              <a:t>Computer 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2" y="2450592"/>
            <a:ext cx="3154679" cy="2267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Real-time detection plus temporal tracking of object identities.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86400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132640"/>
                </a:solidFill>
                <a:latin typeface="Aptos"/>
              </a:rPr>
              <a:t>Thank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89320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5C6978"/>
                </a:solidFill>
                <a:latin typeface="Aptos"/>
              </a:rPr>
              <a:t>NAVEEN KUMAR  •  B.Tech CSE  •  Batch 2026-27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82296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Aptos"/>
              </a:rPr>
              <a:t>CodeAlpha AI Internship  •  NAVEEN KUMAR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5C6978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